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4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Darshini Kosana" userId="859db70e0c80728d" providerId="LiveId" clId="{0B8F954F-A4B1-4F8B-A5AD-08808C86B3B4}"/>
    <pc:docChg chg="undo custSel addSld modSld sldOrd">
      <pc:chgData name="PriyaDarshini Kosana" userId="859db70e0c80728d" providerId="LiveId" clId="{0B8F954F-A4B1-4F8B-A5AD-08808C86B3B4}" dt="2026-03-11T00:48:51.525" v="13" actId="14100"/>
      <pc:docMkLst>
        <pc:docMk/>
      </pc:docMkLst>
      <pc:sldChg chg="addSp delSp modSp mod">
        <pc:chgData name="PriyaDarshini Kosana" userId="859db70e0c80728d" providerId="LiveId" clId="{0B8F954F-A4B1-4F8B-A5AD-08808C86B3B4}" dt="2026-03-11T00:47:51.309" v="1" actId="931"/>
        <pc:sldMkLst>
          <pc:docMk/>
          <pc:sldMk cId="0" sldId="256"/>
        </pc:sldMkLst>
        <pc:picChg chg="add del mod">
          <ac:chgData name="PriyaDarshini Kosana" userId="859db70e0c80728d" providerId="LiveId" clId="{0B8F954F-A4B1-4F8B-A5AD-08808C86B3B4}" dt="2026-03-11T00:47:51.309" v="1" actId="931"/>
          <ac:picMkLst>
            <pc:docMk/>
            <pc:sldMk cId="0" sldId="256"/>
            <ac:picMk id="5" creationId="{BD9E49C4-087E-46A7-1F79-CB627DED7CEE}"/>
          </ac:picMkLst>
        </pc:picChg>
      </pc:sldChg>
      <pc:sldChg chg="addSp modSp new mod ord">
        <pc:chgData name="PriyaDarshini Kosana" userId="859db70e0c80728d" providerId="LiveId" clId="{0B8F954F-A4B1-4F8B-A5AD-08808C86B3B4}" dt="2026-03-11T00:48:51.525" v="13" actId="14100"/>
        <pc:sldMkLst>
          <pc:docMk/>
          <pc:sldMk cId="73045902" sldId="266"/>
        </pc:sldMkLst>
        <pc:picChg chg="add mod">
          <ac:chgData name="PriyaDarshini Kosana" userId="859db70e0c80728d" providerId="LiveId" clId="{0B8F954F-A4B1-4F8B-A5AD-08808C86B3B4}" dt="2026-03-11T00:48:51.525" v="13" actId="14100"/>
          <ac:picMkLst>
            <pc:docMk/>
            <pc:sldMk cId="73045902" sldId="266"/>
            <ac:picMk id="3" creationId="{1B792105-0175-036D-B3FA-9AFB7FF85A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6A350-F69B-42A2-8EED-28B92166281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A9ACA-231A-4DAB-B889-BD87BA5C89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581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A9ACA-231A-4DAB-B889-BD87BA5C894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253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35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5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0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27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3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3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7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2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33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8114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97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021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72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54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0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2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  <p:sldLayoutId id="2147483979" r:id="rId15"/>
    <p:sldLayoutId id="21474839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92105-0175-036D-B3FA-9AFB7FF85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3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5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Maharatna, Navaratna &amp; Miniratna Companies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Public Sector Enterprises in India</a:t>
            </a:r>
          </a:p>
          <a:p>
            <a:r>
              <a:t>Example Company: ONGC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India, Central Public Sector Enterprises (CPSEs) are classified as Maharatna, Navaratna, and Miniratna based on their financial strength and operational autonomy.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Maharatna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Highest status for CPSEs</a:t>
            </a:r>
          </a:p>
          <a:p>
            <a:r>
              <a:t>• Greater financial and operational autonomy</a:t>
            </a:r>
          </a:p>
          <a:p>
            <a:r>
              <a:t>• Can invest up to ₹5,000 crore without government approval</a:t>
            </a:r>
          </a:p>
          <a:p>
            <a:r>
              <a:t>• Example: ONGC, IOCL, NTPC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Navaratna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Second highest status</a:t>
            </a:r>
          </a:p>
          <a:p>
            <a:r>
              <a:t>• Can invest up to ₹1,000 crore without government approval</a:t>
            </a:r>
          </a:p>
          <a:p>
            <a:r>
              <a:t>• Greater independence in joint ventures and investments</a:t>
            </a:r>
          </a:p>
          <a:p>
            <a:r>
              <a:t>• Example: BEL, HAL, Power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Miniratna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limited financial autonomy</a:t>
            </a:r>
          </a:p>
          <a:p>
            <a:r>
              <a:t>• Category I: Investment up to ₹500 crore</a:t>
            </a:r>
          </a:p>
          <a:p>
            <a:r>
              <a:t>• Category II: Investment up to ₹300 crore</a:t>
            </a:r>
          </a:p>
          <a:p>
            <a:r>
              <a:t>• Example: BHEL, IRCTC, Airports Authority of India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Maharatna &gt; Navaratna &gt; Miniratna</a:t>
            </a:r>
          </a:p>
          <a:p>
            <a:r>
              <a:t>• Maharatna: Maximum autonomy and investment limit</a:t>
            </a:r>
          </a:p>
          <a:p>
            <a:r>
              <a:t>• Navaratna: Moderate autonomy</a:t>
            </a:r>
          </a:p>
          <a:p>
            <a:r>
              <a:t>• Miniratna: Limited autonomy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Company Profile: ONGC (Maharatna)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Oil and Natural Gas Corporation Limited</a:t>
            </a:r>
          </a:p>
          <a:p>
            <a:r>
              <a:t>• Founded: 1956</a:t>
            </a:r>
          </a:p>
          <a:p>
            <a:r>
              <a:t>• Sector: Oil &amp; Gas Exploration and Production</a:t>
            </a:r>
          </a:p>
          <a:p>
            <a:r>
              <a:t>• One of India's largest CPSEs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ONGC –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Contributes major share to India's oil and gas production</a:t>
            </a:r>
          </a:p>
          <a:p>
            <a:r>
              <a:t>• Operations in India and overseas</a:t>
            </a:r>
          </a:p>
          <a:p>
            <a:r>
              <a:t>• Strong financial performance</a:t>
            </a:r>
          </a:p>
          <a:p>
            <a:r>
              <a:t>• Key role in India's energy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ONGC is a Maharatna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net worth and profitability</a:t>
            </a:r>
          </a:p>
          <a:p>
            <a:r>
              <a:t>• Consistent performance over years</a:t>
            </a:r>
          </a:p>
          <a:p>
            <a:r>
              <a:t>• Strategic importance to Indian economy</a:t>
            </a:r>
          </a:p>
          <a:p>
            <a:r>
              <a:t>• Large-scale global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Maharatna, Navaratna, and Miniratna classifications help improve efficiency and decision-making in CPSEs. ONGC, as a Maharatna company, plays a crucial role in India's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</TotalTime>
  <Words>294</Words>
  <Application>Microsoft Office PowerPoint</Application>
  <PresentationFormat>On-screen Show (4:3)</PresentationFormat>
  <Paragraphs>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Century Gothic</vt:lpstr>
      <vt:lpstr>Wingdings 3</vt:lpstr>
      <vt:lpstr>Wisp</vt:lpstr>
      <vt:lpstr>PowerPoint Presentation</vt:lpstr>
      <vt:lpstr>Maharatna, Navaratna &amp; Miniratna Companies</vt:lpstr>
      <vt:lpstr>Introduction</vt:lpstr>
      <vt:lpstr>Maharatna Companies</vt:lpstr>
      <vt:lpstr>Navaratna Companies</vt:lpstr>
      <vt:lpstr>Miniratna Companies</vt:lpstr>
      <vt:lpstr>Comparison</vt:lpstr>
      <vt:lpstr>Company Profile: ONGC (Maharatna)</vt:lpstr>
      <vt:lpstr>ONGC – Achievements</vt:lpstr>
      <vt:lpstr>Why ONGC is a Maharatna Company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Maharatna, Navaratna &amp; Miniratna Companies</dc:title>
  <dc:subject/>
  <dc:creator>PriyaDarshini Kosana</dc:creator>
  <cp:keywords/>
  <dc:description>generated using python-pptx</dc:description>
  <cp:lastModifiedBy>PriyaDarshini Kosana</cp:lastModifiedBy>
  <cp:revision>4</cp:revision>
  <dcterms:created xsi:type="dcterms:W3CDTF">2013-01-27T09:14:16Z</dcterms:created>
  <dcterms:modified xsi:type="dcterms:W3CDTF">2026-03-11T00:48:52Z</dcterms:modified>
  <cp:category/>
</cp:coreProperties>
</file>