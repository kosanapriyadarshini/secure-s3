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68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In Python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Multithreading in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allows a program to execute multiple threads concurrently within a single process.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useful for I/O-bound tasks where waiting time can be utilized by other threads.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Python provides the `threading` module to implement multithreading easily.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Why Use Multithreading?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improves the performance of programs that involve I/O operations like network requests or file reading.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in maintaining a responsive user interface by offloading background tasks.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However, it may not provide speed improvements for CPU-bound tasks due to Python’s Global Interpreter Lock (GIL).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Global Interpreter Lock (GIL)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GIL ensures that only one thread executes Python bytecode at a time, simplifying memory management.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As a result, multithreading in Python is limited when it comes to CPU-bound processes.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CPU-intensive tasks, multiprocessing or other techniques are often more effective.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Creating Threads in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`threading.Thread` class is used to create new threads in Python.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You can pass a target function to define the thread's activity.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Starting a thread is done by calling the `start()` method on the thread object.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Synchronization Primitives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Python provides synchronization tools like `Lock`, `RLock`, and `Event` to coordinate threads.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Locks are used to prevent concurrent access to shared resources, avoiding race conditions.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use of these primitives ensures thread safety and data integrity.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Threading 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is ideal for tasks such as handling multiple network connections simultaneously.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also used in applications that require background processing without freezing the main thread.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Examples include web servers, GUIs, and real-time data processing.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Limitations of Python Multithreading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GIL prevents true parallel execution of Python code in multiple threads.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does not necessarily lead to performance gains for CPU-bound tasks.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Developers need to consider alternatives like multiprocessing for CPU-bound parallelism.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vs Multiprocessing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Multiprocessing creates separate processes with their own memory space, bypassing the GIL.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more suitable for CPU-bound tasks that require parallel execution.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choice between multithreading and multiprocessing depends on the nature of the task.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 for Multithreading in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threading only for I/O-bound tasks to maximize performance benefits.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acquire and release locks properly to prevent deadlocks.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Keep thread activities short and avoid long-running operations within threads.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Summary and Resources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Multithreading in Python is a powerful tool for concurrent I/O operations but limited for CPU-bound tasks.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GIL is crucial for designing efficient multithreaded applications.</a:t>
            </a:r>
            <a:endParaRPr lang="en-US" sz="2400" dirty="0"/>
          </a:p>
          <a:p>
            <a:pPr marL="342900" indent="-342900" algn="just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Further learning can be done through Python’s official documentation and tutorials on threading and multiprocessing</a:t>
            </a: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491</Words>
  <Application>Microsoft Office PowerPoint</Application>
  <PresentationFormat>On-screen Show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Multithreading In Python</dc:title>
  <dc:subject>Multithreading In Python</dc:subject>
  <dc:creator>SlideMake.com</dc:creator>
  <cp:lastModifiedBy>PriyaDarshini Kosana</cp:lastModifiedBy>
  <cp:revision>2</cp:revision>
  <dcterms:created xsi:type="dcterms:W3CDTF">2026-03-25T17:19:55Z</dcterms:created>
  <dcterms:modified xsi:type="dcterms:W3CDTF">2026-03-25T17:31:08Z</dcterms:modified>
</cp:coreProperties>
</file>